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1" r:id="rId2"/>
  </p:sldIdLst>
  <p:sldSz cx="9906000" cy="6858000" type="A4"/>
  <p:notesSz cx="9296400" cy="701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830"/>
    <a:srgbClr val="FFE2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FA6378-2064-45FB-AAA5-5EA3E5A47AB7}" v="1" dt="2025-12-10T13:19:20.5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9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48" d="100"/>
          <a:sy n="48" d="100"/>
        </p:scale>
        <p:origin x="2336" y="5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e Gillespie [C]" userId="23d9c95d-eff8-40ff-a6f7-25a555eaf29f" providerId="ADAL" clId="{7D7DDF8E-BCA7-4ECD-995F-18AB804B7D32}"/>
    <pc:docChg chg="undo custSel addSld delSld modSld modMainMaster modNotesMaster">
      <pc:chgData name="Shane Gillespie [C]" userId="23d9c95d-eff8-40ff-a6f7-25a555eaf29f" providerId="ADAL" clId="{7D7DDF8E-BCA7-4ECD-995F-18AB804B7D32}" dt="2025-12-11T14:11:34.827" v="158" actId="1076"/>
      <pc:docMkLst>
        <pc:docMk/>
      </pc:docMkLst>
      <pc:sldChg chg="del">
        <pc:chgData name="Shane Gillespie [C]" userId="23d9c95d-eff8-40ff-a6f7-25a555eaf29f" providerId="ADAL" clId="{7D7DDF8E-BCA7-4ECD-995F-18AB804B7D32}" dt="2025-11-18T09:45:46.330" v="74" actId="47"/>
        <pc:sldMkLst>
          <pc:docMk/>
          <pc:sldMk cId="3534397777" sldId="258"/>
        </pc:sldMkLst>
      </pc:sldChg>
      <pc:sldChg chg="addSp delSp modSp del mod">
        <pc:chgData name="Shane Gillespie [C]" userId="23d9c95d-eff8-40ff-a6f7-25a555eaf29f" providerId="ADAL" clId="{7D7DDF8E-BCA7-4ECD-995F-18AB804B7D32}" dt="2025-11-19T11:26:02.986" v="75" actId="47"/>
        <pc:sldMkLst>
          <pc:docMk/>
          <pc:sldMk cId="1182957005" sldId="259"/>
        </pc:sldMkLst>
      </pc:sldChg>
      <pc:sldChg chg="del">
        <pc:chgData name="Shane Gillespie [C]" userId="23d9c95d-eff8-40ff-a6f7-25a555eaf29f" providerId="ADAL" clId="{7D7DDF8E-BCA7-4ECD-995F-18AB804B7D32}" dt="2025-11-19T11:26:04.666" v="76" actId="47"/>
        <pc:sldMkLst>
          <pc:docMk/>
          <pc:sldMk cId="3223330275" sldId="260"/>
        </pc:sldMkLst>
      </pc:sldChg>
      <pc:sldChg chg="addSp modSp add mod">
        <pc:chgData name="Shane Gillespie [C]" userId="23d9c95d-eff8-40ff-a6f7-25a555eaf29f" providerId="ADAL" clId="{7D7DDF8E-BCA7-4ECD-995F-18AB804B7D32}" dt="2025-12-11T14:11:34.827" v="158" actId="1076"/>
        <pc:sldMkLst>
          <pc:docMk/>
          <pc:sldMk cId="1102402849" sldId="261"/>
        </pc:sldMkLst>
        <pc:spChg chg="add mod">
          <ac:chgData name="Shane Gillespie [C]" userId="23d9c95d-eff8-40ff-a6f7-25a555eaf29f" providerId="ADAL" clId="{7D7DDF8E-BCA7-4ECD-995F-18AB804B7D32}" dt="2025-12-11T10:29:51.207" v="144" actId="14100"/>
          <ac:spMkLst>
            <pc:docMk/>
            <pc:sldMk cId="1102402849" sldId="261"/>
            <ac:spMk id="2" creationId="{D9C1C3D2-2C78-9705-4E54-356C45C075B7}"/>
          </ac:spMkLst>
        </pc:spChg>
        <pc:spChg chg="mod">
          <ac:chgData name="Shane Gillespie [C]" userId="23d9c95d-eff8-40ff-a6f7-25a555eaf29f" providerId="ADAL" clId="{7D7DDF8E-BCA7-4ECD-995F-18AB804B7D32}" dt="2025-11-20T14:33:57.235" v="115" actId="1076"/>
          <ac:spMkLst>
            <pc:docMk/>
            <pc:sldMk cId="1102402849" sldId="261"/>
            <ac:spMk id="4" creationId="{309C1F9C-AD0B-C88D-E7AB-B35EB9DEBAA5}"/>
          </ac:spMkLst>
        </pc:spChg>
        <pc:spChg chg="mod">
          <ac:chgData name="Shane Gillespie [C]" userId="23d9c95d-eff8-40ff-a6f7-25a555eaf29f" providerId="ADAL" clId="{7D7DDF8E-BCA7-4ECD-995F-18AB804B7D32}" dt="2025-12-11T14:11:34.827" v="158" actId="1076"/>
          <ac:spMkLst>
            <pc:docMk/>
            <pc:sldMk cId="1102402849" sldId="261"/>
            <ac:spMk id="6" creationId="{D6761098-59F7-DF99-DD7F-B9DA690A1751}"/>
          </ac:spMkLst>
        </pc:spChg>
        <pc:picChg chg="add mod ord">
          <ac:chgData name="Shane Gillespie [C]" userId="23d9c95d-eff8-40ff-a6f7-25a555eaf29f" providerId="ADAL" clId="{7D7DDF8E-BCA7-4ECD-995F-18AB804B7D32}" dt="2025-11-20T14:21:30.432" v="91"/>
          <ac:picMkLst>
            <pc:docMk/>
            <pc:sldMk cId="1102402849" sldId="261"/>
            <ac:picMk id="3" creationId="{93F44F52-878A-E090-9979-C6482F17F7FA}"/>
          </ac:picMkLst>
        </pc:picChg>
        <pc:picChg chg="mod modCrop">
          <ac:chgData name="Shane Gillespie [C]" userId="23d9c95d-eff8-40ff-a6f7-25a555eaf29f" providerId="ADAL" clId="{7D7DDF8E-BCA7-4ECD-995F-18AB804B7D32}" dt="2025-11-20T14:33:46.882" v="114" actId="732"/>
          <ac:picMkLst>
            <pc:docMk/>
            <pc:sldMk cId="1102402849" sldId="261"/>
            <ac:picMk id="10" creationId="{9D3A2EFC-7D9C-9B10-3058-83952FC0EC3E}"/>
          </ac:picMkLst>
        </pc:picChg>
      </pc:sldChg>
      <pc:sldChg chg="new del">
        <pc:chgData name="Shane Gillespie [C]" userId="23d9c95d-eff8-40ff-a6f7-25a555eaf29f" providerId="ADAL" clId="{7D7DDF8E-BCA7-4ECD-995F-18AB804B7D32}" dt="2025-11-18T09:44:27.884" v="68" actId="47"/>
        <pc:sldMkLst>
          <pc:docMk/>
          <pc:sldMk cId="1517426863" sldId="262"/>
        </pc:sldMkLst>
      </pc:sldChg>
      <pc:sldMasterChg chg="modSp modSldLayout">
        <pc:chgData name="Shane Gillespie [C]" userId="23d9c95d-eff8-40ff-a6f7-25a555eaf29f" providerId="ADAL" clId="{7D7DDF8E-BCA7-4ECD-995F-18AB804B7D32}" dt="2025-11-20T14:29:24.002" v="98"/>
        <pc:sldMasterMkLst>
          <pc:docMk/>
          <pc:sldMasterMk cId="711821253" sldId="2147483648"/>
        </pc:sldMasterMkLst>
        <pc:sldLayoutChg chg="modSp">
          <pc:chgData name="Shane Gillespie [C]" userId="23d9c95d-eff8-40ff-a6f7-25a555eaf29f" providerId="ADAL" clId="{7D7DDF8E-BCA7-4ECD-995F-18AB804B7D32}" dt="2025-11-20T14:21:30.432" v="91"/>
          <pc:sldLayoutMkLst>
            <pc:docMk/>
            <pc:sldMasterMk cId="711821253" sldId="2147483648"/>
            <pc:sldLayoutMk cId="1770753136" sldId="2147483649"/>
          </pc:sldLayoutMkLst>
        </pc:sldLayoutChg>
        <pc:sldLayoutChg chg="modSp">
          <pc:chgData name="Shane Gillespie [C]" userId="23d9c95d-eff8-40ff-a6f7-25a555eaf29f" providerId="ADAL" clId="{7D7DDF8E-BCA7-4ECD-995F-18AB804B7D32}" dt="2025-11-20T14:21:30.432" v="91"/>
          <pc:sldLayoutMkLst>
            <pc:docMk/>
            <pc:sldMasterMk cId="711821253" sldId="2147483648"/>
            <pc:sldLayoutMk cId="3488066352" sldId="2147483651"/>
          </pc:sldLayoutMkLst>
        </pc:sldLayoutChg>
        <pc:sldLayoutChg chg="modSp">
          <pc:chgData name="Shane Gillespie [C]" userId="23d9c95d-eff8-40ff-a6f7-25a555eaf29f" providerId="ADAL" clId="{7D7DDF8E-BCA7-4ECD-995F-18AB804B7D32}" dt="2025-11-20T14:21:30.432" v="91"/>
          <pc:sldLayoutMkLst>
            <pc:docMk/>
            <pc:sldMasterMk cId="711821253" sldId="2147483648"/>
            <pc:sldLayoutMk cId="4194459575" sldId="2147483652"/>
          </pc:sldLayoutMkLst>
        </pc:sldLayoutChg>
        <pc:sldLayoutChg chg="modSp">
          <pc:chgData name="Shane Gillespie [C]" userId="23d9c95d-eff8-40ff-a6f7-25a555eaf29f" providerId="ADAL" clId="{7D7DDF8E-BCA7-4ECD-995F-18AB804B7D32}" dt="2025-11-20T14:21:30.432" v="91"/>
          <pc:sldLayoutMkLst>
            <pc:docMk/>
            <pc:sldMasterMk cId="711821253" sldId="2147483648"/>
            <pc:sldLayoutMk cId="3997369563" sldId="2147483653"/>
          </pc:sldLayoutMkLst>
        </pc:sldLayoutChg>
        <pc:sldLayoutChg chg="delSp">
          <pc:chgData name="Shane Gillespie [C]" userId="23d9c95d-eff8-40ff-a6f7-25a555eaf29f" providerId="ADAL" clId="{7D7DDF8E-BCA7-4ECD-995F-18AB804B7D32}" dt="2025-11-20T14:29:24.002" v="98"/>
          <pc:sldLayoutMkLst>
            <pc:docMk/>
            <pc:sldMasterMk cId="711821253" sldId="2147483648"/>
            <pc:sldLayoutMk cId="2209777044" sldId="2147483655"/>
          </pc:sldLayoutMkLst>
        </pc:sldLayoutChg>
        <pc:sldLayoutChg chg="modSp">
          <pc:chgData name="Shane Gillespie [C]" userId="23d9c95d-eff8-40ff-a6f7-25a555eaf29f" providerId="ADAL" clId="{7D7DDF8E-BCA7-4ECD-995F-18AB804B7D32}" dt="2025-11-20T14:21:30.432" v="91"/>
          <pc:sldLayoutMkLst>
            <pc:docMk/>
            <pc:sldMasterMk cId="711821253" sldId="2147483648"/>
            <pc:sldLayoutMk cId="3294153400" sldId="2147483656"/>
          </pc:sldLayoutMkLst>
        </pc:sldLayoutChg>
        <pc:sldLayoutChg chg="modSp">
          <pc:chgData name="Shane Gillespie [C]" userId="23d9c95d-eff8-40ff-a6f7-25a555eaf29f" providerId="ADAL" clId="{7D7DDF8E-BCA7-4ECD-995F-18AB804B7D32}" dt="2025-11-20T14:21:30.432" v="91"/>
          <pc:sldLayoutMkLst>
            <pc:docMk/>
            <pc:sldMasterMk cId="711821253" sldId="2147483648"/>
            <pc:sldLayoutMk cId="1549336360" sldId="2147483657"/>
          </pc:sldLayoutMkLst>
        </pc:sldLayoutChg>
        <pc:sldLayoutChg chg="modSp">
          <pc:chgData name="Shane Gillespie [C]" userId="23d9c95d-eff8-40ff-a6f7-25a555eaf29f" providerId="ADAL" clId="{7D7DDF8E-BCA7-4ECD-995F-18AB804B7D32}" dt="2025-11-20T14:21:30.432" v="91"/>
          <pc:sldLayoutMkLst>
            <pc:docMk/>
            <pc:sldMasterMk cId="711821253" sldId="2147483648"/>
            <pc:sldLayoutMk cId="3617540274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6987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40050" y="876300"/>
            <a:ext cx="34163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30275" y="3373438"/>
            <a:ext cx="7435850" cy="2760662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47844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217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180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099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56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75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922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420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706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591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7085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396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EBEE0-8C8A-42AD-9FAA-5A42D0BA7AD9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-628114645,&quot;Placement&quot;:&quot;Footer&quot;,&quot;Top&quot;:519.343,&quot;Left&quot;:420.7514,&quot;SlideWidth&quot;:960,&quot;SlideHeight&quot;:540}">
            <a:extLst>
              <a:ext uri="{FF2B5EF4-FFF2-40B4-BE49-F238E27FC236}">
                <a16:creationId xmlns:a16="http://schemas.microsoft.com/office/drawing/2014/main" id="{51ECF050-B82B-B601-AF28-E2A1A1A2A3D0}"/>
              </a:ext>
            </a:extLst>
          </p:cNvPr>
          <p:cNvSpPr txBox="1"/>
          <p:nvPr userDrawn="1"/>
        </p:nvSpPr>
        <p:spPr>
          <a:xfrm>
            <a:off x="4341629" y="6649884"/>
            <a:ext cx="1222743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E" sz="1000">
                <a:solidFill>
                  <a:srgbClr val="000000"/>
                </a:solidFill>
                <a:latin typeface="Calibri" panose="020F0502020204030204" pitchFamily="34" charset="0"/>
              </a:rPr>
              <a:t>Classified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5001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830"/>
            </a:gs>
            <a:gs pos="36000">
              <a:srgbClr val="FFE291"/>
            </a:gs>
            <a:gs pos="65000">
              <a:srgbClr val="FFE291"/>
            </a:gs>
            <a:gs pos="100000">
              <a:srgbClr val="FFC830"/>
            </a:gs>
          </a:gsLst>
          <a:lin ang="108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1697D-6A04-8A6B-E4F3-47688A43A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9C1F9C-AD0B-C88D-E7AB-B35EB9DEBAA5}"/>
              </a:ext>
            </a:extLst>
          </p:cNvPr>
          <p:cNvSpPr txBox="1"/>
          <p:nvPr/>
        </p:nvSpPr>
        <p:spPr>
          <a:xfrm>
            <a:off x="506400" y="63462"/>
            <a:ext cx="4380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IE" altLang="en-US" sz="5400" dirty="0">
                <a:solidFill>
                  <a:srgbClr val="FF0000"/>
                </a:solidFill>
                <a:latin typeface="Monotype Corsiva" panose="03010101010201010101" pitchFamily="66" charset="0"/>
              </a:rPr>
              <a:t>Christmas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761098-59F7-DF99-DD7F-B9DA690A1751}"/>
              </a:ext>
            </a:extLst>
          </p:cNvPr>
          <p:cNvSpPr txBox="1"/>
          <p:nvPr/>
        </p:nvSpPr>
        <p:spPr>
          <a:xfrm>
            <a:off x="0" y="1001700"/>
            <a:ext cx="524677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IE" altLang="en-US" sz="3200" dirty="0">
                <a:latin typeface="Monotype Corsiva" panose="03010101010201010101" pitchFamily="66" charset="0"/>
              </a:rPr>
              <a:t>Ho </a:t>
            </a:r>
            <a:r>
              <a:rPr lang="en-IE" altLang="en-US" sz="3200" dirty="0" err="1">
                <a:latin typeface="Monotype Corsiva" panose="03010101010201010101" pitchFamily="66" charset="0"/>
              </a:rPr>
              <a:t>Ho</a:t>
            </a:r>
            <a:r>
              <a:rPr lang="en-IE" altLang="en-US" sz="3200" dirty="0">
                <a:latin typeface="Monotype Corsiva" panose="03010101010201010101" pitchFamily="66" charset="0"/>
              </a:rPr>
              <a:t> </a:t>
            </a:r>
            <a:r>
              <a:rPr lang="en-IE" altLang="en-US" sz="3200" dirty="0" err="1">
                <a:latin typeface="Monotype Corsiva" panose="03010101010201010101" pitchFamily="66" charset="0"/>
              </a:rPr>
              <a:t>Ho</a:t>
            </a:r>
            <a:r>
              <a:rPr lang="en-IE" altLang="en-US" sz="3200" dirty="0">
                <a:latin typeface="Monotype Corsiva" panose="03010101010201010101" pitchFamily="66" charset="0"/>
              </a:rPr>
              <a:t>!</a:t>
            </a:r>
          </a:p>
          <a:p>
            <a:r>
              <a:rPr lang="en-IE" altLang="en-US" sz="3200" dirty="0">
                <a:latin typeface="Monotype Corsiva" panose="03010101010201010101" pitchFamily="66" charset="0"/>
              </a:rPr>
              <a:t>I am delighted to invite {{NAMES}} to meet me at the Coca-Cola Ballina Children’s Christmas Party, </a:t>
            </a:r>
          </a:p>
          <a:p>
            <a:r>
              <a:rPr lang="en-IE" altLang="en-US" sz="3200" dirty="0">
                <a:latin typeface="Monotype Corsiva" panose="03010101010201010101" pitchFamily="66" charset="0"/>
              </a:rPr>
              <a:t>in The Diamond Coast Hotel on Sunday December 21, 2025 at {{TIME}}</a:t>
            </a:r>
          </a:p>
          <a:p>
            <a:r>
              <a:rPr lang="en-IE" altLang="en-US" sz="3200" dirty="0">
                <a:latin typeface="Monotype Corsiva" panose="03010101010201010101" pitchFamily="66" charset="0"/>
              </a:rPr>
              <a:t>Looking forward to seeing you there!</a:t>
            </a:r>
          </a:p>
          <a:p>
            <a:r>
              <a:rPr lang="en-IE" altLang="en-US" sz="3200" dirty="0">
                <a:latin typeface="Monotype Corsiva" panose="03010101010201010101" pitchFamily="66" charset="0"/>
              </a:rPr>
              <a:t>From Santa </a:t>
            </a:r>
            <a:r>
              <a:rPr lang="en-IE" altLang="en-US" sz="3200" dirty="0" err="1">
                <a:latin typeface="Monotype Corsiva" panose="03010101010201010101" pitchFamily="66" charset="0"/>
              </a:rPr>
              <a:t>xxxxx</a:t>
            </a:r>
            <a:endParaRPr lang="en-IE" altLang="en-US" sz="3200" dirty="0">
              <a:latin typeface="Monotype Corsiva" panose="03010101010201010101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F44F52-878A-E090-9979-C6482F17F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184" y="6372159"/>
            <a:ext cx="2086266" cy="4858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3A2EFC-7D9C-9B10-3058-83952FC0EC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210" t="23772"/>
          <a:stretch>
            <a:fillRect/>
          </a:stretch>
        </p:blipFill>
        <p:spPr>
          <a:xfrm>
            <a:off x="5246770" y="0"/>
            <a:ext cx="4659230" cy="68680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C1C3D2-2C78-9705-4E54-356C45C075B7}"/>
              </a:ext>
            </a:extLst>
          </p:cNvPr>
          <p:cNvSpPr txBox="1"/>
          <p:nvPr/>
        </p:nvSpPr>
        <p:spPr>
          <a:xfrm>
            <a:off x="0" y="6649641"/>
            <a:ext cx="524677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700" dirty="0"/>
              <a:t>{{KOID}}</a:t>
            </a:r>
          </a:p>
        </p:txBody>
      </p:sp>
    </p:spTree>
    <p:extLst>
      <p:ext uri="{BB962C8B-B14F-4D97-AF65-F5344CB8AC3E}">
        <p14:creationId xmlns:p14="http://schemas.microsoft.com/office/powerpoint/2010/main" val="1102402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702bf62-88e6-456d-b298-e2abb13de1ea}" enabled="1" method="Standard" siteId="{548d26ab-8caa-49e1-97c2-a1b1a06cc39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327</TotalTime>
  <Words>53</Words>
  <Application>Microsoft Office PowerPoint</Application>
  <PresentationFormat>A4 Paper (210x297 mm)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Monotype Corsiva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Siobhán McGovern</dc:creator>
  <cp:lastModifiedBy>Shane Gillespie [C]</cp:lastModifiedBy>
  <cp:revision>13</cp:revision>
  <cp:lastPrinted>2022-11-29T09:44:18Z</cp:lastPrinted>
  <dcterms:created xsi:type="dcterms:W3CDTF">2018-11-01T10:22:17Z</dcterms:created>
  <dcterms:modified xsi:type="dcterms:W3CDTF">2025-12-11T14:11:36Z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702bf62-88e6-456d-b298-e2abb13de1ea_Enabled">
    <vt:lpwstr>true</vt:lpwstr>
  </property>
  <property fmtid="{D5CDD505-2E9C-101B-9397-08002B2CF9AE}" pid="3" name="MSIP_Label_0702bf62-88e6-456d-b298-e2abb13de1ea_SetDate">
    <vt:lpwstr>2022-11-29T09:44:06Z</vt:lpwstr>
  </property>
  <property fmtid="{D5CDD505-2E9C-101B-9397-08002B2CF9AE}" pid="4" name="MSIP_Label_0702bf62-88e6-456d-b298-e2abb13de1ea_Method">
    <vt:lpwstr>Standard</vt:lpwstr>
  </property>
  <property fmtid="{D5CDD505-2E9C-101B-9397-08002B2CF9AE}" pid="5" name="MSIP_Label_0702bf62-88e6-456d-b298-e2abb13de1ea_Name">
    <vt:lpwstr>0702bf62-88e6-456d-b298-e2abb13de1ea</vt:lpwstr>
  </property>
  <property fmtid="{D5CDD505-2E9C-101B-9397-08002B2CF9AE}" pid="6" name="MSIP_Label_0702bf62-88e6-456d-b298-e2abb13de1ea_SiteId">
    <vt:lpwstr>548d26ab-8caa-49e1-97c2-a1b1a06cc39c</vt:lpwstr>
  </property>
  <property fmtid="{D5CDD505-2E9C-101B-9397-08002B2CF9AE}" pid="7" name="MSIP_Label_0702bf62-88e6-456d-b298-e2abb13de1ea_ActionId">
    <vt:lpwstr>1b4c35dc-18dc-4c85-b302-21c91b9e45e6</vt:lpwstr>
  </property>
  <property fmtid="{D5CDD505-2E9C-101B-9397-08002B2CF9AE}" pid="8" name="MSIP_Label_0702bf62-88e6-456d-b298-e2abb13de1ea_ContentBits">
    <vt:lpwstr>2</vt:lpwstr>
  </property>
</Properties>
</file>