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830"/>
    <a:srgbClr val="FFE2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6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e Gillespie [C]" userId="23d9c95d-eff8-40ff-a6f7-25a555eaf29f" providerId="ADAL" clId="{7D7DDF8E-BCA7-4ECD-995F-18AB804B7D32}"/>
    <pc:docChg chg="undo custSel addSld delSld modSld">
      <pc:chgData name="Shane Gillespie [C]" userId="23d9c95d-eff8-40ff-a6f7-25a555eaf29f" providerId="ADAL" clId="{7D7DDF8E-BCA7-4ECD-995F-18AB804B7D32}" dt="2025-11-19T11:26:33.595" v="88" actId="20577"/>
      <pc:docMkLst>
        <pc:docMk/>
      </pc:docMkLst>
      <pc:sldChg chg="del">
        <pc:chgData name="Shane Gillespie [C]" userId="23d9c95d-eff8-40ff-a6f7-25a555eaf29f" providerId="ADAL" clId="{7D7DDF8E-BCA7-4ECD-995F-18AB804B7D32}" dt="2025-11-18T09:45:46.330" v="74" actId="47"/>
        <pc:sldMkLst>
          <pc:docMk/>
          <pc:sldMk cId="3534397777" sldId="258"/>
        </pc:sldMkLst>
      </pc:sldChg>
      <pc:sldChg chg="addSp delSp modSp del mod">
        <pc:chgData name="Shane Gillespie [C]" userId="23d9c95d-eff8-40ff-a6f7-25a555eaf29f" providerId="ADAL" clId="{7D7DDF8E-BCA7-4ECD-995F-18AB804B7D32}" dt="2025-11-19T11:26:02.986" v="75" actId="47"/>
        <pc:sldMkLst>
          <pc:docMk/>
          <pc:sldMk cId="1182957005" sldId="259"/>
        </pc:sldMkLst>
        <pc:spChg chg="add mod">
          <ac:chgData name="Shane Gillespie [C]" userId="23d9c95d-eff8-40ff-a6f7-25a555eaf29f" providerId="ADAL" clId="{7D7DDF8E-BCA7-4ECD-995F-18AB804B7D32}" dt="2025-11-18T09:36:20.438" v="20" actId="1076"/>
          <ac:spMkLst>
            <pc:docMk/>
            <pc:sldMk cId="1182957005" sldId="259"/>
            <ac:spMk id="4" creationId="{1F985A07-87BF-D684-5C71-9256D936D6BE}"/>
          </ac:spMkLst>
        </pc:spChg>
        <pc:spChg chg="add mod">
          <ac:chgData name="Shane Gillespie [C]" userId="23d9c95d-eff8-40ff-a6f7-25a555eaf29f" providerId="ADAL" clId="{7D7DDF8E-BCA7-4ECD-995F-18AB804B7D32}" dt="2025-11-18T09:41:09.108" v="51" actId="20577"/>
          <ac:spMkLst>
            <pc:docMk/>
            <pc:sldMk cId="1182957005" sldId="259"/>
            <ac:spMk id="6" creationId="{D3810EA4-41DD-8DC6-CD16-E1464C54C3CF}"/>
          </ac:spMkLst>
        </pc:spChg>
        <pc:picChg chg="add del mod modCrop">
          <ac:chgData name="Shane Gillespie [C]" userId="23d9c95d-eff8-40ff-a6f7-25a555eaf29f" providerId="ADAL" clId="{7D7DDF8E-BCA7-4ECD-995F-18AB804B7D32}" dt="2025-11-18T09:43:08.233" v="59" actId="478"/>
          <ac:picMkLst>
            <pc:docMk/>
            <pc:sldMk cId="1182957005" sldId="259"/>
            <ac:picMk id="8" creationId="{8B82091D-EA3A-2A58-A2F1-A5FC94B38961}"/>
          </ac:picMkLst>
        </pc:picChg>
        <pc:picChg chg="add mod">
          <ac:chgData name="Shane Gillespie [C]" userId="23d9c95d-eff8-40ff-a6f7-25a555eaf29f" providerId="ADAL" clId="{7D7DDF8E-BCA7-4ECD-995F-18AB804B7D32}" dt="2025-11-18T09:43:11.507" v="60" actId="1076"/>
          <ac:picMkLst>
            <pc:docMk/>
            <pc:sldMk cId="1182957005" sldId="259"/>
            <ac:picMk id="10" creationId="{D28182C2-76F9-DDB7-9D18-A87D4F1A8DFC}"/>
          </ac:picMkLst>
        </pc:picChg>
        <pc:picChg chg="add mod">
          <ac:chgData name="Shane Gillespie [C]" userId="23d9c95d-eff8-40ff-a6f7-25a555eaf29f" providerId="ADAL" clId="{7D7DDF8E-BCA7-4ECD-995F-18AB804B7D32}" dt="2025-11-18T09:45:22.438" v="73" actId="1076"/>
          <ac:picMkLst>
            <pc:docMk/>
            <pc:sldMk cId="1182957005" sldId="259"/>
            <ac:picMk id="12" creationId="{AE57C4BB-15FA-4373-D016-97E7942ACFFE}"/>
          </ac:picMkLst>
        </pc:picChg>
      </pc:sldChg>
      <pc:sldChg chg="del">
        <pc:chgData name="Shane Gillespie [C]" userId="23d9c95d-eff8-40ff-a6f7-25a555eaf29f" providerId="ADAL" clId="{7D7DDF8E-BCA7-4ECD-995F-18AB804B7D32}" dt="2025-11-19T11:26:04.666" v="76" actId="47"/>
        <pc:sldMkLst>
          <pc:docMk/>
          <pc:sldMk cId="3223330275" sldId="260"/>
        </pc:sldMkLst>
      </pc:sldChg>
      <pc:sldChg chg="addSp modSp add mod">
        <pc:chgData name="Shane Gillespie [C]" userId="23d9c95d-eff8-40ff-a6f7-25a555eaf29f" providerId="ADAL" clId="{7D7DDF8E-BCA7-4ECD-995F-18AB804B7D32}" dt="2025-11-19T11:26:33.595" v="88" actId="20577"/>
        <pc:sldMkLst>
          <pc:docMk/>
          <pc:sldMk cId="1102402849" sldId="261"/>
        </pc:sldMkLst>
        <pc:spChg chg="mod">
          <ac:chgData name="Shane Gillespie [C]" userId="23d9c95d-eff8-40ff-a6f7-25a555eaf29f" providerId="ADAL" clId="{7D7DDF8E-BCA7-4ECD-995F-18AB804B7D32}" dt="2025-11-19T11:26:33.595" v="88" actId="20577"/>
          <ac:spMkLst>
            <pc:docMk/>
            <pc:sldMk cId="1102402849" sldId="261"/>
            <ac:spMk id="6" creationId="{D6761098-59F7-DF99-DD7F-B9DA690A1751}"/>
          </ac:spMkLst>
        </pc:spChg>
        <pc:picChg chg="add mod ord">
          <ac:chgData name="Shane Gillespie [C]" userId="23d9c95d-eff8-40ff-a6f7-25a555eaf29f" providerId="ADAL" clId="{7D7DDF8E-BCA7-4ECD-995F-18AB804B7D32}" dt="2025-11-18T09:45:10.503" v="71" actId="171"/>
          <ac:picMkLst>
            <pc:docMk/>
            <pc:sldMk cId="1102402849" sldId="261"/>
            <ac:picMk id="3" creationId="{93F44F52-878A-E090-9979-C6482F17F7FA}"/>
          </ac:picMkLst>
        </pc:picChg>
        <pc:picChg chg="mod modCrop">
          <ac:chgData name="Shane Gillespie [C]" userId="23d9c95d-eff8-40ff-a6f7-25a555eaf29f" providerId="ADAL" clId="{7D7DDF8E-BCA7-4ECD-995F-18AB804B7D32}" dt="2025-11-18T09:44:14.842" v="66" actId="14100"/>
          <ac:picMkLst>
            <pc:docMk/>
            <pc:sldMk cId="1102402849" sldId="261"/>
            <ac:picMk id="10" creationId="{9D3A2EFC-7D9C-9B10-3058-83952FC0EC3E}"/>
          </ac:picMkLst>
        </pc:picChg>
      </pc:sldChg>
      <pc:sldChg chg="new del">
        <pc:chgData name="Shane Gillespie [C]" userId="23d9c95d-eff8-40ff-a6f7-25a555eaf29f" providerId="ADAL" clId="{7D7DDF8E-BCA7-4ECD-995F-18AB804B7D32}" dt="2025-11-18T09:44:27.884" v="68" actId="47"/>
        <pc:sldMkLst>
          <pc:docMk/>
          <pc:sldMk cId="1517426863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06ABD9-3C53-42A2-9732-D07B16E597F6}" type="datetimeFigureOut">
              <a:rPr lang="en-IE" smtClean="0"/>
              <a:t>19/11/2025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62994-3E34-4E00-8D1B-A6CFEB9270A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698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E8CFA-C0E8-41DB-A1B4-9A55C7596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02B74-0B9F-42E9-B7EE-7BF1935B8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EB33C-40E4-494D-95EB-6A67BF9F6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DA711-6FB2-4131-A808-5E05B1DC1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2FF4A-72DB-4BD5-8D91-F20B5A43E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753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E6543-E544-4C51-B8D2-4D674B7F8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6FC3A-413C-4DA4-B906-E9E14E52A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FA9B5-9E3B-4ECD-B643-A5CD2C1B6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1AA53-C63C-4246-8014-A09CC75B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8BCD7-2A22-4FC8-8418-DA90B5FA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641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ABC14-8296-4A3B-BFC3-84EED6CC9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CCA33-7713-413B-BFC4-7EB4D52C4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96001-28FC-4A9F-ACF3-082A4EFDD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F19A2-2D20-4AAB-AE8F-750AEB588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15208-3AE7-4966-9F91-07FD27A86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06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7CCE-FE89-4E1B-A68A-4C9573BA7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B70B4-EECC-4F5C-92ED-453E5B6D2F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B6A83-605F-41F0-8F58-D0B3BEB9A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C7331-499B-4237-9E00-B7AF1534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086AA-CF78-45B2-B98C-E04B5534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B1DCF-9B7F-43C6-943B-C8F609C0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459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192B-8946-4EED-A76D-D19B53E64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98ABC-E36A-4D18-8937-292471E81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44DF5-2414-4A80-B3F5-D728C93A2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71AA28-6F9F-46AF-97B3-10D5DC20B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FD542-C7C7-428B-B3FA-D4CA1692D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7DA8A9-E81F-4AA0-847C-FD719BEDA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8A6CA5-D895-4A02-8D0B-4D35B2CE8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D386E-FB1D-444C-BFB4-B3B6DD6C2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369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106B-AEE3-4139-B790-169409B9B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44CDA2-78C3-47EB-82E6-B6EFCCB3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EDE34-6394-481E-B6CA-31F6638E5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4991E-0D5B-4C62-8DC6-C05F6A763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97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21E7D1-E66E-4371-8BFA-1F9B0EC2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465F-6501-4D82-BBF4-D79D64732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A7DBE-51F6-4CA0-9AFD-A56A382D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777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C829D-B8F4-4222-AC5F-4D8F928C3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39BC6-49DB-4500-9B54-40FA77E85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183C0-8052-40D6-9F39-E2C5FCC7F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83DA5-8E9C-40C3-A5BD-D505C0D1E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F6BE8-1D57-4395-8A57-FA992D83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197FC-3776-47A7-8349-88C8E5AF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15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4F435-33FD-4084-8F2B-FBB6E2106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47DC9F-88F8-4F20-A55B-0A3E8DE99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4A16F-12CB-4C8B-A549-A8D66E2BF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BE890-841F-4DC5-9DAA-A9AE62D8D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D48B7-41E3-4DD0-95F8-D1991DE6C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A127B-71D2-43B5-ABAD-A94DAE90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336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50D8-CAD6-4528-8D43-E1287D577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9201C-498F-4504-A4FD-DE905F3BC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F2DC2-B0EF-4A98-A780-6C3EE0BF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6EA24-8ECF-4C8B-8469-D2DC794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911F7-A269-4D96-AC72-E55FBB17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09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73BF02-7D43-4C8E-9175-29C283AC43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6A6FD-491E-451C-ACB3-51FB1D089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2C964-C13C-4D5C-B21E-D97DAD672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BEE0-8C8A-42AD-9FAA-5A42D0BA7AD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0AA2B-050C-4C76-BF7A-096932B3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88A52-BC27-4FF9-B3D0-2D218297A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40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C9FAA5-6F09-4251-BE67-6D426834A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865AD-B842-4433-B78D-EF30C05A1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CFE58-FF42-475D-B6F2-5F38732F8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EBEE0-8C8A-42AD-9FAA-5A42D0BA7AD9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5BD80-0700-4ACA-BD0A-A9340A8A9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DDAE4-0EF2-41D2-BEE9-C17E0D3C0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A1CBD-0BC1-4386-BE93-57776BCFBB32}" type="slidenum">
              <a:rPr lang="en-GB" smtClean="0"/>
              <a:t>‹#›</a:t>
            </a:fld>
            <a:endParaRPr lang="en-GB"/>
          </a:p>
        </p:txBody>
      </p:sp>
      <p:sp>
        <p:nvSpPr>
          <p:cNvPr id="8" name="MSIPCMContentMarking" descr="{&quot;HashCode&quot;:-628114645,&quot;Placement&quot;:&quot;Footer&quot;,&quot;Top&quot;:519.343,&quot;Left&quot;:420.7514,&quot;SlideWidth&quot;:960,&quot;SlideHeight&quot;:540}">
            <a:extLst>
              <a:ext uri="{FF2B5EF4-FFF2-40B4-BE49-F238E27FC236}">
                <a16:creationId xmlns:a16="http://schemas.microsoft.com/office/drawing/2014/main" id="{A3F6C825-2EF3-4C56-AF90-B846113FD4D9}"/>
              </a:ext>
            </a:extLst>
          </p:cNvPr>
          <p:cNvSpPr txBox="1"/>
          <p:nvPr userDrawn="1"/>
        </p:nvSpPr>
        <p:spPr>
          <a:xfrm>
            <a:off x="5343543" y="6595656"/>
            <a:ext cx="150491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E" sz="1000">
                <a:solidFill>
                  <a:srgbClr val="000000"/>
                </a:solidFill>
                <a:latin typeface="Calibri" panose="020F0502020204030204" pitchFamily="34" charset="0"/>
              </a:rPr>
              <a:t>Classified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711821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830"/>
            </a:gs>
            <a:gs pos="36000">
              <a:srgbClr val="FFE291"/>
            </a:gs>
            <a:gs pos="65000">
              <a:srgbClr val="FFE291"/>
            </a:gs>
            <a:gs pos="100000">
              <a:srgbClr val="FFC830"/>
            </a:gs>
          </a:gsLst>
          <a:lin ang="108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1697D-6A04-8A6B-E4F3-47688A43A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9C1F9C-AD0B-C88D-E7AB-B35EB9DEBAA5}"/>
              </a:ext>
            </a:extLst>
          </p:cNvPr>
          <p:cNvSpPr txBox="1"/>
          <p:nvPr/>
        </p:nvSpPr>
        <p:spPr>
          <a:xfrm>
            <a:off x="473743" y="299603"/>
            <a:ext cx="4380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20000"/>
              </a:spcBef>
              <a:buNone/>
            </a:pPr>
            <a:r>
              <a:rPr lang="en-IE" altLang="en-US" sz="5400" dirty="0">
                <a:solidFill>
                  <a:srgbClr val="FF0000"/>
                </a:solidFill>
                <a:latin typeface="Monotype Corsiva" panose="03010101010201010101" pitchFamily="66" charset="0"/>
              </a:rPr>
              <a:t>Christmas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61098-59F7-DF99-DD7F-B9DA690A1751}"/>
              </a:ext>
            </a:extLst>
          </p:cNvPr>
          <p:cNvSpPr txBox="1"/>
          <p:nvPr/>
        </p:nvSpPr>
        <p:spPr>
          <a:xfrm>
            <a:off x="473743" y="1443151"/>
            <a:ext cx="5622257" cy="5115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20000"/>
              </a:spcBef>
              <a:buNone/>
            </a:pPr>
            <a:r>
              <a:rPr lang="en-IE" altLang="en-US" sz="3200" dirty="0">
                <a:latin typeface="Monotype Corsiva" panose="03010101010201010101" pitchFamily="66" charset="0"/>
              </a:rPr>
              <a:t>Ho </a:t>
            </a:r>
            <a:r>
              <a:rPr lang="en-IE" altLang="en-US" sz="3200" dirty="0" err="1">
                <a:latin typeface="Monotype Corsiva" panose="03010101010201010101" pitchFamily="66" charset="0"/>
              </a:rPr>
              <a:t>Ho</a:t>
            </a:r>
            <a:r>
              <a:rPr lang="en-IE" altLang="en-US" sz="3200" dirty="0">
                <a:latin typeface="Monotype Corsiva" panose="03010101010201010101" pitchFamily="66" charset="0"/>
              </a:rPr>
              <a:t> </a:t>
            </a:r>
            <a:r>
              <a:rPr lang="en-IE" altLang="en-US" sz="3200" dirty="0" err="1">
                <a:latin typeface="Monotype Corsiva" panose="03010101010201010101" pitchFamily="66" charset="0"/>
              </a:rPr>
              <a:t>Ho</a:t>
            </a:r>
            <a:r>
              <a:rPr lang="en-IE" altLang="en-US" sz="3200" dirty="0">
                <a:latin typeface="Monotype Corsiva" panose="03010101010201010101" pitchFamily="66" charset="0"/>
              </a:rPr>
              <a:t>,</a:t>
            </a:r>
          </a:p>
          <a:p>
            <a:pPr marL="0" indent="0">
              <a:spcBef>
                <a:spcPct val="20000"/>
              </a:spcBef>
              <a:buNone/>
            </a:pPr>
            <a:endParaRPr lang="en-IE" altLang="en-US" sz="3200" dirty="0">
              <a:latin typeface="Monotype Corsiva" panose="03010101010201010101" pitchFamily="66" charset="0"/>
            </a:endParaRPr>
          </a:p>
          <a:p>
            <a:pPr marL="0" indent="0">
              <a:buNone/>
            </a:pPr>
            <a:r>
              <a:rPr lang="en-IE" altLang="en-US" sz="3200" dirty="0">
                <a:latin typeface="Monotype Corsiva" panose="03010101010201010101" pitchFamily="66" charset="0"/>
              </a:rPr>
              <a:t>I am delighted to </a:t>
            </a:r>
            <a:r>
              <a:rPr lang="en-IE" altLang="en-US" sz="3200">
                <a:latin typeface="Monotype Corsiva" panose="03010101010201010101" pitchFamily="66" charset="0"/>
              </a:rPr>
              <a:t>invite {{NAMES}} </a:t>
            </a:r>
            <a:r>
              <a:rPr lang="en-IE" altLang="en-US" sz="3200" dirty="0">
                <a:latin typeface="Monotype Corsiva" panose="03010101010201010101" pitchFamily="66" charset="0"/>
              </a:rPr>
              <a:t>to meet me at the Coca-Cola Ballina Children’s Christmas Party, in The Diamond Coast Hotel On Sunday December 20, 2025 at 14:00</a:t>
            </a:r>
          </a:p>
          <a:p>
            <a:pPr marL="0" indent="0">
              <a:buNone/>
            </a:pPr>
            <a:r>
              <a:rPr lang="en-IE" altLang="en-US" sz="3200" dirty="0">
                <a:latin typeface="Monotype Corsiva" panose="03010101010201010101" pitchFamily="66" charset="0"/>
              </a:rPr>
              <a:t>Looking forward to seeing you there!</a:t>
            </a:r>
          </a:p>
          <a:p>
            <a:pPr marL="0" indent="0">
              <a:buNone/>
            </a:pPr>
            <a:endParaRPr lang="en-IE" altLang="en-US" sz="3200" dirty="0">
              <a:latin typeface="Monotype Corsiva" panose="03010101010201010101" pitchFamily="66" charset="0"/>
            </a:endParaRPr>
          </a:p>
          <a:p>
            <a:pPr marL="0" indent="0">
              <a:buNone/>
            </a:pPr>
            <a:r>
              <a:rPr lang="en-IE" altLang="en-US" sz="3200" dirty="0">
                <a:latin typeface="Monotype Corsiva" panose="03010101010201010101" pitchFamily="66" charset="0"/>
              </a:rPr>
              <a:t>From Santa </a:t>
            </a:r>
            <a:r>
              <a:rPr lang="en-IE" altLang="en-US" sz="3200" dirty="0" err="1">
                <a:latin typeface="Monotype Corsiva" panose="03010101010201010101" pitchFamily="66" charset="0"/>
              </a:rPr>
              <a:t>xxxxx</a:t>
            </a:r>
            <a:endParaRPr lang="en-IE" altLang="en-US" sz="3200" dirty="0">
              <a:latin typeface="Monotype Corsiva" panose="03010101010201010101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F44F52-878A-E090-9979-C6482F17F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183" y="6372157"/>
            <a:ext cx="2086266" cy="485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3A2EFC-7D9C-9B10-3058-83952FC0EC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772"/>
          <a:stretch>
            <a:fillRect/>
          </a:stretch>
        </p:blipFill>
        <p:spPr>
          <a:xfrm>
            <a:off x="6424863" y="1"/>
            <a:ext cx="5767138" cy="68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40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702bf62-88e6-456d-b298-e2abb13de1ea}" enabled="1" method="Standard" siteId="{548d26ab-8caa-49e1-97c2-a1b1a06cc39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48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Monotype Corsiva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Siobhán McGovern</dc:creator>
  <cp:lastModifiedBy>Shane Gillespie [C]</cp:lastModifiedBy>
  <cp:revision>13</cp:revision>
  <cp:lastPrinted>2022-11-29T09:44:18Z</cp:lastPrinted>
  <dcterms:created xsi:type="dcterms:W3CDTF">2018-11-01T10:22:17Z</dcterms:created>
  <dcterms:modified xsi:type="dcterms:W3CDTF">2025-11-19T11:26:40Z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702bf62-88e6-456d-b298-e2abb13de1ea_Enabled">
    <vt:lpwstr>true</vt:lpwstr>
  </property>
  <property fmtid="{D5CDD505-2E9C-101B-9397-08002B2CF9AE}" pid="3" name="MSIP_Label_0702bf62-88e6-456d-b298-e2abb13de1ea_SetDate">
    <vt:lpwstr>2022-11-29T09:44:06Z</vt:lpwstr>
  </property>
  <property fmtid="{D5CDD505-2E9C-101B-9397-08002B2CF9AE}" pid="4" name="MSIP_Label_0702bf62-88e6-456d-b298-e2abb13de1ea_Method">
    <vt:lpwstr>Standard</vt:lpwstr>
  </property>
  <property fmtid="{D5CDD505-2E9C-101B-9397-08002B2CF9AE}" pid="5" name="MSIP_Label_0702bf62-88e6-456d-b298-e2abb13de1ea_Name">
    <vt:lpwstr>0702bf62-88e6-456d-b298-e2abb13de1ea</vt:lpwstr>
  </property>
  <property fmtid="{D5CDD505-2E9C-101B-9397-08002B2CF9AE}" pid="6" name="MSIP_Label_0702bf62-88e6-456d-b298-e2abb13de1ea_SiteId">
    <vt:lpwstr>548d26ab-8caa-49e1-97c2-a1b1a06cc39c</vt:lpwstr>
  </property>
  <property fmtid="{D5CDD505-2E9C-101B-9397-08002B2CF9AE}" pid="7" name="MSIP_Label_0702bf62-88e6-456d-b298-e2abb13de1ea_ActionId">
    <vt:lpwstr>1b4c35dc-18dc-4c85-b302-21c91b9e45e6</vt:lpwstr>
  </property>
  <property fmtid="{D5CDD505-2E9C-101B-9397-08002B2CF9AE}" pid="8" name="MSIP_Label_0702bf62-88e6-456d-b298-e2abb13de1ea_ContentBits">
    <vt:lpwstr>2</vt:lpwstr>
  </property>
</Properties>
</file>