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61" r:id="rId2"/>
  </p:sldIdLst>
  <p:sldSz cx="12192000" cy="6858000"/>
  <p:notesSz cx="70104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830"/>
    <a:srgbClr val="FFE29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20" d="100"/>
          <a:sy n="120" d="100"/>
        </p:scale>
        <p:origin x="132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hane Gillespie [C]" userId="23d9c95d-eff8-40ff-a6f7-25a555eaf29f" providerId="ADAL" clId="{7D7DDF8E-BCA7-4ECD-995F-18AB804B7D32}"/>
    <pc:docChg chg="undo custSel addSld delSld modSld">
      <pc:chgData name="Shane Gillespie [C]" userId="23d9c95d-eff8-40ff-a6f7-25a555eaf29f" providerId="ADAL" clId="{7D7DDF8E-BCA7-4ECD-995F-18AB804B7D32}" dt="2025-11-20T14:00:32.593" v="90" actId="20577"/>
      <pc:docMkLst>
        <pc:docMk/>
      </pc:docMkLst>
      <pc:sldChg chg="del">
        <pc:chgData name="Shane Gillespie [C]" userId="23d9c95d-eff8-40ff-a6f7-25a555eaf29f" providerId="ADAL" clId="{7D7DDF8E-BCA7-4ECD-995F-18AB804B7D32}" dt="2025-11-18T09:45:46.330" v="74" actId="47"/>
        <pc:sldMkLst>
          <pc:docMk/>
          <pc:sldMk cId="3534397777" sldId="258"/>
        </pc:sldMkLst>
      </pc:sldChg>
      <pc:sldChg chg="addSp delSp modSp del mod">
        <pc:chgData name="Shane Gillespie [C]" userId="23d9c95d-eff8-40ff-a6f7-25a555eaf29f" providerId="ADAL" clId="{7D7DDF8E-BCA7-4ECD-995F-18AB804B7D32}" dt="2025-11-19T11:26:02.986" v="75" actId="47"/>
        <pc:sldMkLst>
          <pc:docMk/>
          <pc:sldMk cId="1182957005" sldId="259"/>
        </pc:sldMkLst>
      </pc:sldChg>
      <pc:sldChg chg="del">
        <pc:chgData name="Shane Gillespie [C]" userId="23d9c95d-eff8-40ff-a6f7-25a555eaf29f" providerId="ADAL" clId="{7D7DDF8E-BCA7-4ECD-995F-18AB804B7D32}" dt="2025-11-19T11:26:04.666" v="76" actId="47"/>
        <pc:sldMkLst>
          <pc:docMk/>
          <pc:sldMk cId="3223330275" sldId="260"/>
        </pc:sldMkLst>
      </pc:sldChg>
      <pc:sldChg chg="addSp modSp add mod">
        <pc:chgData name="Shane Gillespie [C]" userId="23d9c95d-eff8-40ff-a6f7-25a555eaf29f" providerId="ADAL" clId="{7D7DDF8E-BCA7-4ECD-995F-18AB804B7D32}" dt="2025-11-20T14:00:32.593" v="90" actId="20577"/>
        <pc:sldMkLst>
          <pc:docMk/>
          <pc:sldMk cId="1102402849" sldId="261"/>
        </pc:sldMkLst>
        <pc:spChg chg="mod">
          <ac:chgData name="Shane Gillespie [C]" userId="23d9c95d-eff8-40ff-a6f7-25a555eaf29f" providerId="ADAL" clId="{7D7DDF8E-BCA7-4ECD-995F-18AB804B7D32}" dt="2025-11-20T14:00:32.593" v="90" actId="20577"/>
          <ac:spMkLst>
            <pc:docMk/>
            <pc:sldMk cId="1102402849" sldId="261"/>
            <ac:spMk id="6" creationId="{D6761098-59F7-DF99-DD7F-B9DA690A1751}"/>
          </ac:spMkLst>
        </pc:spChg>
        <pc:picChg chg="add mod ord">
          <ac:chgData name="Shane Gillespie [C]" userId="23d9c95d-eff8-40ff-a6f7-25a555eaf29f" providerId="ADAL" clId="{7D7DDF8E-BCA7-4ECD-995F-18AB804B7D32}" dt="2025-11-18T09:45:10.503" v="71" actId="171"/>
          <ac:picMkLst>
            <pc:docMk/>
            <pc:sldMk cId="1102402849" sldId="261"/>
            <ac:picMk id="3" creationId="{93F44F52-878A-E090-9979-C6482F17F7FA}"/>
          </ac:picMkLst>
        </pc:picChg>
        <pc:picChg chg="mod modCrop">
          <ac:chgData name="Shane Gillespie [C]" userId="23d9c95d-eff8-40ff-a6f7-25a555eaf29f" providerId="ADAL" clId="{7D7DDF8E-BCA7-4ECD-995F-18AB804B7D32}" dt="2025-11-18T09:44:14.842" v="66" actId="14100"/>
          <ac:picMkLst>
            <pc:docMk/>
            <pc:sldMk cId="1102402849" sldId="261"/>
            <ac:picMk id="10" creationId="{9D3A2EFC-7D9C-9B10-3058-83952FC0EC3E}"/>
          </ac:picMkLst>
        </pc:picChg>
      </pc:sldChg>
      <pc:sldChg chg="new del">
        <pc:chgData name="Shane Gillespie [C]" userId="23d9c95d-eff8-40ff-a6f7-25a555eaf29f" providerId="ADAL" clId="{7D7DDF8E-BCA7-4ECD-995F-18AB804B7D32}" dt="2025-11-18T09:44:27.884" v="68" actId="47"/>
        <pc:sldMkLst>
          <pc:docMk/>
          <pc:sldMk cId="1517426863" sldId="262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8475" cy="4667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338" y="0"/>
            <a:ext cx="3038475" cy="4667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06ABD9-3C53-42A2-9732-D07B16E597F6}" type="datetimeFigureOut">
              <a:rPr lang="en-IE" smtClean="0"/>
              <a:t>20/11/2025</a:t>
            </a:fld>
            <a:endParaRPr lang="en-I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17550" y="1162050"/>
            <a:ext cx="5575300" cy="31369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675" y="4473575"/>
            <a:ext cx="5607050" cy="36607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675"/>
            <a:ext cx="3038475" cy="4667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338" y="8829675"/>
            <a:ext cx="3038475" cy="4667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FC62994-3E34-4E00-8D1B-A6CFEB9270A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0669878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2E8CFA-C0E8-41DB-A1B4-9A55C7596AD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02B74-0B9F-42E9-B7EE-7BF1935B839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8EB33C-40E4-494D-95EB-6A67BF9F67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EBEE0-8C8A-42AD-9FAA-5A42D0BA7AD9}" type="datetimeFigureOut">
              <a:rPr lang="en-GB" smtClean="0"/>
              <a:t>20/11/2025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9DA711-6FB2-4131-A808-5E05B1DC19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22FF4A-72DB-4BD5-8D91-F20B5A43E0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1CBD-0BC1-4386-BE93-57776BCFBB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707531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CE6543-E544-4C51-B8D2-4D674B7F84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26FC3A-413C-4DA4-B906-E9E14E52A9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6FA9B5-9E3B-4ECD-B643-A5CD2C1B68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EBEE0-8C8A-42AD-9FAA-5A42D0BA7AD9}" type="datetimeFigureOut">
              <a:rPr lang="en-GB" smtClean="0"/>
              <a:t>20/11/2025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A1AA53-C63C-4246-8014-A09CC75B89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D8BCD7-2A22-4FC8-8418-DA90B5FAD0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1CBD-0BC1-4386-BE93-57776BCFBB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966415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EABC14-8296-4A3B-BFC3-84EED6CC9A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9CCA33-7713-413B-BFC4-7EB4D52C4E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B96001-28FC-4A9F-ACF3-082A4EFDD6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EBEE0-8C8A-42AD-9FAA-5A42D0BA7AD9}" type="datetimeFigureOut">
              <a:rPr lang="en-GB" smtClean="0"/>
              <a:t>20/11/2025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2F19A2-2D20-4AAB-AE8F-750AEB588E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315208-3AE7-4966-9F91-07FD27A86F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1CBD-0BC1-4386-BE93-57776BCFBB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880663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627CCE-FE89-4E1B-A68A-4C9573BA7F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3B70B4-EECC-4F5C-92ED-453E5B6D2FD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F8B6A83-605F-41F0-8F58-D0B3BEB9ABA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FC7331-499B-4237-9E00-B7AF153499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EBEE0-8C8A-42AD-9FAA-5A42D0BA7AD9}" type="datetimeFigureOut">
              <a:rPr lang="en-GB" smtClean="0"/>
              <a:t>20/11/2025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F4086AA-CF78-45B2-B98C-E04B55343C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76B1DCF-9B7F-43C6-943B-C8F609C090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1CBD-0BC1-4386-BE93-57776BCFBB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944595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A4192B-8946-4EED-A76D-D19B53E64F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498ABC-E36A-4D18-8937-292471E814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744DF5-2414-4A80-B3F5-D728C93A25B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971AA28-6F9F-46AF-97B3-10D5DC20BCB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12FD542-C7C7-428B-B3FA-D4CA1692D04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07DA8A9-E81F-4AA0-847C-FD719BEDAA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EBEE0-8C8A-42AD-9FAA-5A42D0BA7AD9}" type="datetimeFigureOut">
              <a:rPr lang="en-GB" smtClean="0"/>
              <a:t>20/11/2025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38A6CA5-D895-4A02-8D0B-4D35B2CE89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E5D386E-FB1D-444C-BFB4-B3B6DD6C25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1CBD-0BC1-4386-BE93-57776BCFBB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973695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FB106B-AEE3-4139-B790-169409B9BC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44CDA2-78C3-47EB-82E6-B6EFCCB3B8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EBEE0-8C8A-42AD-9FAA-5A42D0BA7AD9}" type="datetimeFigureOut">
              <a:rPr lang="en-GB" smtClean="0"/>
              <a:t>20/11/2025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4DEDE34-6394-481E-B6CA-31F6638E59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9D4991E-0D5B-4C62-8DC6-C05F6A7633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1CBD-0BC1-4386-BE93-57776BCFBB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379704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221E7D1-E66E-4371-8BFA-1F9B0EC20D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EBEE0-8C8A-42AD-9FAA-5A42D0BA7AD9}" type="datetimeFigureOut">
              <a:rPr lang="en-GB" smtClean="0"/>
              <a:t>20/11/2025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DF3465F-6501-4D82-BBF4-D79D647325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BA7DBE-51F6-4CA0-9AFD-A56A382D7E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1CBD-0BC1-4386-BE93-57776BCFBB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97770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1C829D-B8F4-4222-AC5F-4D8F928C39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439BC6-49DB-4500-9B54-40FA77E856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EB183C0-8052-40D6-9F39-E2C5FCC7F9D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F83DA5-8E9C-40C3-A5BD-D505C0D1E8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EBEE0-8C8A-42AD-9FAA-5A42D0BA7AD9}" type="datetimeFigureOut">
              <a:rPr lang="en-GB" smtClean="0"/>
              <a:t>20/11/2025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37F6BE8-1D57-4395-8A57-FA992D838B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12197FC-3776-47A7-8349-88C8E5AFD1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1CBD-0BC1-4386-BE93-57776BCFBB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41534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94F435-33FD-4084-8F2B-FBB6E2106D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347DC9F-88F8-4F20-A55B-0A3E8DE99D5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954A16F-12CB-4C8B-A549-A8D66E2BFC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4BE890-841F-4DC5-9DAA-A9AE62D8DF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EBEE0-8C8A-42AD-9FAA-5A42D0BA7AD9}" type="datetimeFigureOut">
              <a:rPr lang="en-GB" smtClean="0"/>
              <a:t>20/11/2025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FAD48B7-41E3-4DD0-95F8-D1991DE6C0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7A127B-71D2-43B5-ABAD-A94DAE9038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1CBD-0BC1-4386-BE93-57776BCFBB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93363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A050D8-CAD6-4528-8D43-E1287D5771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619201C-498F-4504-A4FD-DE905F3BC9E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7F2DC2-B0EF-4A98-A780-6C3EE0BF81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EBEE0-8C8A-42AD-9FAA-5A42D0BA7AD9}" type="datetimeFigureOut">
              <a:rPr lang="en-GB" smtClean="0"/>
              <a:t>20/11/2025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96EA24-8ECF-4C8B-8469-D2DC794FB1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E911F7-A269-4D96-AC72-E55FBB173C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1CBD-0BC1-4386-BE93-57776BCFBB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810998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473BF02-7D43-4C8E-9175-29C283AC431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D66A6FD-491E-451C-ACB3-51FB1D089BB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52C964-C13C-4D5C-B21E-D97DAD6722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EBEE0-8C8A-42AD-9FAA-5A42D0BA7AD9}" type="datetimeFigureOut">
              <a:rPr lang="en-GB" smtClean="0"/>
              <a:t>20/11/2025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70AA2B-050C-4C76-BF7A-096932B3E0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688A52-BC27-4FF9-B3D0-2D218297A6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1CBD-0BC1-4386-BE93-57776BCFBB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175402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FC9FAA5-6F09-4251-BE67-6D426834A2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FF865AD-B842-4433-B78D-EF30C05A19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9CFE58-FF42-475D-B6F2-5F38732F8DC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28EBEE0-8C8A-42AD-9FAA-5A42D0BA7AD9}" type="datetimeFigureOut">
              <a:rPr lang="en-GB" smtClean="0"/>
              <a:t>20/11/2025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F5BD80-0700-4ACA-BD0A-A9340A8A953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DDDAE4-0EF2-41D2-BEE9-C17E0D3C0E8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5FA1CBD-0BC1-4386-BE93-57776BCFBB32}" type="slidenum">
              <a:rPr lang="en-GB" smtClean="0"/>
              <a:t>‹#›</a:t>
            </a:fld>
            <a:endParaRPr lang="en-GB"/>
          </a:p>
        </p:txBody>
      </p:sp>
      <p:sp>
        <p:nvSpPr>
          <p:cNvPr id="8" name="MSIPCMContentMarking" descr="{&quot;HashCode&quot;:-628114645,&quot;Placement&quot;:&quot;Footer&quot;,&quot;Top&quot;:519.343,&quot;Left&quot;:420.7514,&quot;SlideWidth&quot;:960,&quot;SlideHeight&quot;:540}">
            <a:extLst>
              <a:ext uri="{FF2B5EF4-FFF2-40B4-BE49-F238E27FC236}">
                <a16:creationId xmlns:a16="http://schemas.microsoft.com/office/drawing/2014/main" id="{A3F6C825-2EF3-4C56-AF90-B846113FD4D9}"/>
              </a:ext>
            </a:extLst>
          </p:cNvPr>
          <p:cNvSpPr txBox="1"/>
          <p:nvPr userDrawn="1"/>
        </p:nvSpPr>
        <p:spPr>
          <a:xfrm>
            <a:off x="5343543" y="6595656"/>
            <a:ext cx="1504914" cy="262344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1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IE" sz="1000">
                <a:solidFill>
                  <a:srgbClr val="000000"/>
                </a:solidFill>
                <a:latin typeface="Calibri" panose="020F0502020204030204" pitchFamily="34" charset="0"/>
              </a:rPr>
              <a:t>Classified - Confidential</a:t>
            </a:r>
          </a:p>
        </p:txBody>
      </p:sp>
    </p:spTree>
    <p:extLst>
      <p:ext uri="{BB962C8B-B14F-4D97-AF65-F5344CB8AC3E}">
        <p14:creationId xmlns:p14="http://schemas.microsoft.com/office/powerpoint/2010/main" val="7118212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FFC830"/>
            </a:gs>
            <a:gs pos="36000">
              <a:srgbClr val="FFE291"/>
            </a:gs>
            <a:gs pos="65000">
              <a:srgbClr val="FFE291"/>
            </a:gs>
            <a:gs pos="100000">
              <a:srgbClr val="FFC830"/>
            </a:gs>
          </a:gsLst>
          <a:lin ang="108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721697D-6A04-8A6B-E4F3-47688A43A6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09C1F9C-AD0B-C88D-E7AB-B35EB9DEBAA5}"/>
              </a:ext>
            </a:extLst>
          </p:cNvPr>
          <p:cNvSpPr txBox="1"/>
          <p:nvPr/>
        </p:nvSpPr>
        <p:spPr>
          <a:xfrm>
            <a:off x="473743" y="299603"/>
            <a:ext cx="438099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ct val="20000"/>
              </a:spcBef>
              <a:buNone/>
            </a:pPr>
            <a:r>
              <a:rPr lang="en-IE" altLang="en-US" sz="5400" dirty="0">
                <a:solidFill>
                  <a:srgbClr val="FF0000"/>
                </a:solidFill>
                <a:latin typeface="Monotype Corsiva" panose="03010101010201010101" pitchFamily="66" charset="0"/>
              </a:rPr>
              <a:t>Christmas 2025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6761098-59F7-DF99-DD7F-B9DA690A1751}"/>
              </a:ext>
            </a:extLst>
          </p:cNvPr>
          <p:cNvSpPr txBox="1"/>
          <p:nvPr/>
        </p:nvSpPr>
        <p:spPr>
          <a:xfrm>
            <a:off x="473743" y="1443151"/>
            <a:ext cx="5622257" cy="51152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ct val="20000"/>
              </a:spcBef>
              <a:buNone/>
            </a:pPr>
            <a:r>
              <a:rPr lang="en-IE" altLang="en-US" sz="3200" dirty="0">
                <a:latin typeface="Monotype Corsiva" panose="03010101010201010101" pitchFamily="66" charset="0"/>
              </a:rPr>
              <a:t>Ho </a:t>
            </a:r>
            <a:r>
              <a:rPr lang="en-IE" altLang="en-US" sz="3200" dirty="0" err="1">
                <a:latin typeface="Monotype Corsiva" panose="03010101010201010101" pitchFamily="66" charset="0"/>
              </a:rPr>
              <a:t>Ho</a:t>
            </a:r>
            <a:r>
              <a:rPr lang="en-IE" altLang="en-US" sz="3200" dirty="0">
                <a:latin typeface="Monotype Corsiva" panose="03010101010201010101" pitchFamily="66" charset="0"/>
              </a:rPr>
              <a:t> </a:t>
            </a:r>
            <a:r>
              <a:rPr lang="en-IE" altLang="en-US" sz="3200" dirty="0" err="1">
                <a:latin typeface="Monotype Corsiva" panose="03010101010201010101" pitchFamily="66" charset="0"/>
              </a:rPr>
              <a:t>Ho</a:t>
            </a:r>
            <a:r>
              <a:rPr lang="en-IE" altLang="en-US" sz="3200" dirty="0">
                <a:latin typeface="Monotype Corsiva" panose="03010101010201010101" pitchFamily="66" charset="0"/>
              </a:rPr>
              <a:t>!</a:t>
            </a:r>
          </a:p>
          <a:p>
            <a:pPr marL="0" indent="0">
              <a:spcBef>
                <a:spcPct val="20000"/>
              </a:spcBef>
              <a:buNone/>
            </a:pPr>
            <a:endParaRPr lang="en-IE" altLang="en-US" sz="3200" dirty="0">
              <a:latin typeface="Monotype Corsiva" panose="03010101010201010101" pitchFamily="66" charset="0"/>
            </a:endParaRPr>
          </a:p>
          <a:p>
            <a:pPr marL="0" indent="0">
              <a:buNone/>
            </a:pPr>
            <a:r>
              <a:rPr lang="en-IE" altLang="en-US" sz="3200" dirty="0">
                <a:latin typeface="Monotype Corsiva" panose="03010101010201010101" pitchFamily="66" charset="0"/>
              </a:rPr>
              <a:t>I am delighted to invite {{NAMES}} to meet me at the Coca-Cola Ballina Children’s Christmas Party, in The Diamond Coast Hotel On Sunday December 20, 2025 at 14:00</a:t>
            </a:r>
          </a:p>
          <a:p>
            <a:pPr marL="0" indent="0">
              <a:buNone/>
            </a:pPr>
            <a:r>
              <a:rPr lang="en-IE" altLang="en-US" sz="3200" dirty="0">
                <a:latin typeface="Monotype Corsiva" panose="03010101010201010101" pitchFamily="66" charset="0"/>
              </a:rPr>
              <a:t>Looking forward to seeing you there!</a:t>
            </a:r>
          </a:p>
          <a:p>
            <a:pPr marL="0" indent="0">
              <a:buNone/>
            </a:pPr>
            <a:endParaRPr lang="en-IE" altLang="en-US" sz="3200" dirty="0">
              <a:latin typeface="Monotype Corsiva" panose="03010101010201010101" pitchFamily="66" charset="0"/>
            </a:endParaRPr>
          </a:p>
          <a:p>
            <a:pPr marL="0" indent="0">
              <a:buNone/>
            </a:pPr>
            <a:r>
              <a:rPr lang="en-IE" altLang="en-US" sz="3200" dirty="0">
                <a:latin typeface="Monotype Corsiva" panose="03010101010201010101" pitchFamily="66" charset="0"/>
              </a:rPr>
              <a:t>From Santa </a:t>
            </a:r>
            <a:r>
              <a:rPr lang="en-IE" altLang="en-US" sz="3200" dirty="0" err="1">
                <a:latin typeface="Monotype Corsiva" panose="03010101010201010101" pitchFamily="66" charset="0"/>
              </a:rPr>
              <a:t>xxxxx</a:t>
            </a:r>
            <a:endParaRPr lang="en-IE" altLang="en-US" sz="3200" dirty="0">
              <a:latin typeface="Monotype Corsiva" panose="03010101010201010101" pitchFamily="66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3F44F52-878A-E090-9979-C6482F17F7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3183" y="6372157"/>
            <a:ext cx="2086266" cy="48584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D3A2EFC-7D9C-9B10-3058-83952FC0EC3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3772"/>
          <a:stretch>
            <a:fillRect/>
          </a:stretch>
        </p:blipFill>
        <p:spPr>
          <a:xfrm>
            <a:off x="6424863" y="1"/>
            <a:ext cx="5767138" cy="6868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24028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0702bf62-88e6-456d-b298-e2abb13de1ea}" enabled="1" method="Standard" siteId="{548d26ab-8caa-49e1-97c2-a1b1a06cc39c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198</TotalTime>
  <Words>48</Words>
  <Application>Microsoft Office PowerPoint</Application>
  <PresentationFormat>Widescreen</PresentationFormat>
  <Paragraphs>7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Aptos</vt:lpstr>
      <vt:lpstr>Arial</vt:lpstr>
      <vt:lpstr>Calibri</vt:lpstr>
      <vt:lpstr>Calibri Light</vt:lpstr>
      <vt:lpstr>Monotype Corsiva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Siobhán McGovern</dc:creator>
  <cp:lastModifiedBy>Shane Gillespie [C]</cp:lastModifiedBy>
  <cp:revision>13</cp:revision>
  <cp:lastPrinted>2022-11-29T09:44:18Z</cp:lastPrinted>
  <dcterms:created xsi:type="dcterms:W3CDTF">2018-11-01T10:22:17Z</dcterms:created>
  <dcterms:modified xsi:type="dcterms:W3CDTF">2025-11-20T14:00:41Z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0702bf62-88e6-456d-b298-e2abb13de1ea_Enabled">
    <vt:lpwstr>true</vt:lpwstr>
  </property>
  <property fmtid="{D5CDD505-2E9C-101B-9397-08002B2CF9AE}" pid="3" name="MSIP_Label_0702bf62-88e6-456d-b298-e2abb13de1ea_SetDate">
    <vt:lpwstr>2022-11-29T09:44:06Z</vt:lpwstr>
  </property>
  <property fmtid="{D5CDD505-2E9C-101B-9397-08002B2CF9AE}" pid="4" name="MSIP_Label_0702bf62-88e6-456d-b298-e2abb13de1ea_Method">
    <vt:lpwstr>Standard</vt:lpwstr>
  </property>
  <property fmtid="{D5CDD505-2E9C-101B-9397-08002B2CF9AE}" pid="5" name="MSIP_Label_0702bf62-88e6-456d-b298-e2abb13de1ea_Name">
    <vt:lpwstr>0702bf62-88e6-456d-b298-e2abb13de1ea</vt:lpwstr>
  </property>
  <property fmtid="{D5CDD505-2E9C-101B-9397-08002B2CF9AE}" pid="6" name="MSIP_Label_0702bf62-88e6-456d-b298-e2abb13de1ea_SiteId">
    <vt:lpwstr>548d26ab-8caa-49e1-97c2-a1b1a06cc39c</vt:lpwstr>
  </property>
  <property fmtid="{D5CDD505-2E9C-101B-9397-08002B2CF9AE}" pid="7" name="MSIP_Label_0702bf62-88e6-456d-b298-e2abb13de1ea_ActionId">
    <vt:lpwstr>1b4c35dc-18dc-4c85-b302-21c91b9e45e6</vt:lpwstr>
  </property>
  <property fmtid="{D5CDD505-2E9C-101B-9397-08002B2CF9AE}" pid="8" name="MSIP_Label_0702bf62-88e6-456d-b298-e2abb13de1ea_ContentBits">
    <vt:lpwstr>2</vt:lpwstr>
  </property>
</Properties>
</file>