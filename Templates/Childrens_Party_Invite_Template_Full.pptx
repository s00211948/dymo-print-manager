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1" r:id="rId2"/>
  </p:sldIdLst>
  <p:sldSz cx="9906000" cy="6858000" type="A4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830"/>
    <a:srgbClr val="FF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AE591-3168-4EFF-B003-4CA30930F42D}" v="11" dt="2025-11-20T14:31:03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336" y="5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e Gillespie [C]" userId="23d9c95d-eff8-40ff-a6f7-25a555eaf29f" providerId="ADAL" clId="{7D7DDF8E-BCA7-4ECD-995F-18AB804B7D32}"/>
    <pc:docChg chg="undo custSel addSld delSld modSld modMainMaster modNotesMaster">
      <pc:chgData name="Shane Gillespie [C]" userId="23d9c95d-eff8-40ff-a6f7-25a555eaf29f" providerId="ADAL" clId="{7D7DDF8E-BCA7-4ECD-995F-18AB804B7D32}" dt="2025-11-20T14:35:40.499" v="118" actId="1076"/>
      <pc:docMkLst>
        <pc:docMk/>
      </pc:docMkLst>
      <pc:sldChg chg="del">
        <pc:chgData name="Shane Gillespie [C]" userId="23d9c95d-eff8-40ff-a6f7-25a555eaf29f" providerId="ADAL" clId="{7D7DDF8E-BCA7-4ECD-995F-18AB804B7D32}" dt="2025-11-18T09:45:46.330" v="74" actId="47"/>
        <pc:sldMkLst>
          <pc:docMk/>
          <pc:sldMk cId="3534397777" sldId="258"/>
        </pc:sldMkLst>
      </pc:sldChg>
      <pc:sldChg chg="addSp delSp modSp del mod">
        <pc:chgData name="Shane Gillespie [C]" userId="23d9c95d-eff8-40ff-a6f7-25a555eaf29f" providerId="ADAL" clId="{7D7DDF8E-BCA7-4ECD-995F-18AB804B7D32}" dt="2025-11-19T11:26:02.986" v="75" actId="47"/>
        <pc:sldMkLst>
          <pc:docMk/>
          <pc:sldMk cId="1182957005" sldId="259"/>
        </pc:sldMkLst>
      </pc:sldChg>
      <pc:sldChg chg="del">
        <pc:chgData name="Shane Gillespie [C]" userId="23d9c95d-eff8-40ff-a6f7-25a555eaf29f" providerId="ADAL" clId="{7D7DDF8E-BCA7-4ECD-995F-18AB804B7D32}" dt="2025-11-19T11:26:04.666" v="76" actId="47"/>
        <pc:sldMkLst>
          <pc:docMk/>
          <pc:sldMk cId="3223330275" sldId="260"/>
        </pc:sldMkLst>
      </pc:sldChg>
      <pc:sldChg chg="addSp modSp add mod">
        <pc:chgData name="Shane Gillespie [C]" userId="23d9c95d-eff8-40ff-a6f7-25a555eaf29f" providerId="ADAL" clId="{7D7DDF8E-BCA7-4ECD-995F-18AB804B7D32}" dt="2025-11-20T14:35:40.499" v="118" actId="1076"/>
        <pc:sldMkLst>
          <pc:docMk/>
          <pc:sldMk cId="1102402849" sldId="261"/>
        </pc:sldMkLst>
        <pc:spChg chg="mod">
          <ac:chgData name="Shane Gillespie [C]" userId="23d9c95d-eff8-40ff-a6f7-25a555eaf29f" providerId="ADAL" clId="{7D7DDF8E-BCA7-4ECD-995F-18AB804B7D32}" dt="2025-11-20T14:33:57.235" v="115" actId="1076"/>
          <ac:spMkLst>
            <pc:docMk/>
            <pc:sldMk cId="1102402849" sldId="261"/>
            <ac:spMk id="4" creationId="{309C1F9C-AD0B-C88D-E7AB-B35EB9DEBAA5}"/>
          </ac:spMkLst>
        </pc:spChg>
        <pc:spChg chg="mod">
          <ac:chgData name="Shane Gillespie [C]" userId="23d9c95d-eff8-40ff-a6f7-25a555eaf29f" providerId="ADAL" clId="{7D7DDF8E-BCA7-4ECD-995F-18AB804B7D32}" dt="2025-11-20T14:35:40.499" v="118" actId="1076"/>
          <ac:spMkLst>
            <pc:docMk/>
            <pc:sldMk cId="1102402849" sldId="261"/>
            <ac:spMk id="6" creationId="{D6761098-59F7-DF99-DD7F-B9DA690A1751}"/>
          </ac:spMkLst>
        </pc:spChg>
        <pc:picChg chg="add mod ord">
          <ac:chgData name="Shane Gillespie [C]" userId="23d9c95d-eff8-40ff-a6f7-25a555eaf29f" providerId="ADAL" clId="{7D7DDF8E-BCA7-4ECD-995F-18AB804B7D32}" dt="2025-11-20T14:21:30.432" v="91"/>
          <ac:picMkLst>
            <pc:docMk/>
            <pc:sldMk cId="1102402849" sldId="261"/>
            <ac:picMk id="3" creationId="{93F44F52-878A-E090-9979-C6482F17F7FA}"/>
          </ac:picMkLst>
        </pc:picChg>
        <pc:picChg chg="mod modCrop">
          <ac:chgData name="Shane Gillespie [C]" userId="23d9c95d-eff8-40ff-a6f7-25a555eaf29f" providerId="ADAL" clId="{7D7DDF8E-BCA7-4ECD-995F-18AB804B7D32}" dt="2025-11-20T14:33:46.882" v="114" actId="732"/>
          <ac:picMkLst>
            <pc:docMk/>
            <pc:sldMk cId="1102402849" sldId="261"/>
            <ac:picMk id="10" creationId="{9D3A2EFC-7D9C-9B10-3058-83952FC0EC3E}"/>
          </ac:picMkLst>
        </pc:picChg>
      </pc:sldChg>
      <pc:sldChg chg="new del">
        <pc:chgData name="Shane Gillespie [C]" userId="23d9c95d-eff8-40ff-a6f7-25a555eaf29f" providerId="ADAL" clId="{7D7DDF8E-BCA7-4ECD-995F-18AB804B7D32}" dt="2025-11-18T09:44:27.884" v="68" actId="47"/>
        <pc:sldMkLst>
          <pc:docMk/>
          <pc:sldMk cId="1517426863" sldId="262"/>
        </pc:sldMkLst>
      </pc:sldChg>
      <pc:sldMasterChg chg="modSp modSldLayout">
        <pc:chgData name="Shane Gillespie [C]" userId="23d9c95d-eff8-40ff-a6f7-25a555eaf29f" providerId="ADAL" clId="{7D7DDF8E-BCA7-4ECD-995F-18AB804B7D32}" dt="2025-11-20T14:29:24.002" v="98"/>
        <pc:sldMasterMkLst>
          <pc:docMk/>
          <pc:sldMasterMk cId="711821253" sldId="2147483648"/>
        </pc:sldMasterMkLst>
        <pc:spChg chg="mod">
          <ac:chgData name="Shane Gillespie [C]" userId="23d9c95d-eff8-40ff-a6f7-25a555eaf29f" providerId="ADAL" clId="{7D7DDF8E-BCA7-4ECD-995F-18AB804B7D32}" dt="2025-11-20T14:21:30.432" v="91"/>
          <ac:spMkLst>
            <pc:docMk/>
            <pc:sldMasterMk cId="711821253" sldId="2147483648"/>
            <ac:spMk id="2" creationId="{BFC9FAA5-6F09-4251-BE67-6D426834A27F}"/>
          </ac:spMkLst>
        </pc:spChg>
        <pc:spChg chg="mod">
          <ac:chgData name="Shane Gillespie [C]" userId="23d9c95d-eff8-40ff-a6f7-25a555eaf29f" providerId="ADAL" clId="{7D7DDF8E-BCA7-4ECD-995F-18AB804B7D32}" dt="2025-11-20T14:21:30.432" v="91"/>
          <ac:spMkLst>
            <pc:docMk/>
            <pc:sldMasterMk cId="711821253" sldId="2147483648"/>
            <ac:spMk id="3" creationId="{9FF865AD-B842-4433-B78D-EF30C05A1983}"/>
          </ac:spMkLst>
        </pc:spChg>
        <pc:spChg chg="mod">
          <ac:chgData name="Shane Gillespie [C]" userId="23d9c95d-eff8-40ff-a6f7-25a555eaf29f" providerId="ADAL" clId="{7D7DDF8E-BCA7-4ECD-995F-18AB804B7D32}" dt="2025-11-20T14:21:30.432" v="91"/>
          <ac:spMkLst>
            <pc:docMk/>
            <pc:sldMasterMk cId="711821253" sldId="2147483648"/>
            <ac:spMk id="4" creationId="{999CFE58-FF42-475D-B6F2-5F38732F8DCD}"/>
          </ac:spMkLst>
        </pc:spChg>
        <pc:spChg chg="mod">
          <ac:chgData name="Shane Gillespie [C]" userId="23d9c95d-eff8-40ff-a6f7-25a555eaf29f" providerId="ADAL" clId="{7D7DDF8E-BCA7-4ECD-995F-18AB804B7D32}" dt="2025-11-20T14:21:30.432" v="91"/>
          <ac:spMkLst>
            <pc:docMk/>
            <pc:sldMasterMk cId="711821253" sldId="2147483648"/>
            <ac:spMk id="5" creationId="{08F5BD80-0700-4ACA-BD0A-A9340A8A9532}"/>
          </ac:spMkLst>
        </pc:spChg>
        <pc:spChg chg="mod">
          <ac:chgData name="Shane Gillespie [C]" userId="23d9c95d-eff8-40ff-a6f7-25a555eaf29f" providerId="ADAL" clId="{7D7DDF8E-BCA7-4ECD-995F-18AB804B7D32}" dt="2025-11-20T14:21:30.432" v="91"/>
          <ac:spMkLst>
            <pc:docMk/>
            <pc:sldMasterMk cId="711821253" sldId="2147483648"/>
            <ac:spMk id="6" creationId="{B8DDDAE4-0EF2-41D2-BEE9-C17E0D3C0E8D}"/>
          </ac:spMkLst>
        </pc:spChg>
        <pc:spChg chg="mod">
          <ac:chgData name="Shane Gillespie [C]" userId="23d9c95d-eff8-40ff-a6f7-25a555eaf29f" providerId="ADAL" clId="{7D7DDF8E-BCA7-4ECD-995F-18AB804B7D32}" dt="2025-11-20T14:21:30.432" v="91"/>
          <ac:spMkLst>
            <pc:docMk/>
            <pc:sldMasterMk cId="711821253" sldId="2147483648"/>
            <ac:spMk id="8" creationId="{A3F6C825-2EF3-4C56-AF90-B846113FD4D9}"/>
          </ac:spMkLst>
        </pc:sp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1770753136" sldId="2147483649"/>
          </pc:sldLayoutMkLst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1770753136" sldId="2147483649"/>
              <ac:spMk id="2" creationId="{FC2E8CFA-C0E8-41DB-A1B4-9A55C7596AD1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1770753136" sldId="2147483649"/>
              <ac:spMk id="3" creationId="{FDF02B74-0B9F-42E9-B7EE-7BF1935B839F}"/>
            </ac:spMkLst>
          </pc:spChg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488066352" sldId="2147483651"/>
          </pc:sldLayoutMkLst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488066352" sldId="2147483651"/>
              <ac:spMk id="2" creationId="{9BEABC14-8296-4A3B-BFC3-84EED6CC9A42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488066352" sldId="2147483651"/>
              <ac:spMk id="3" creationId="{739CCA33-7713-413B-BFC4-7EB4D52C4E04}"/>
            </ac:spMkLst>
          </pc:spChg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4194459575" sldId="2147483652"/>
          </pc:sldLayoutMkLst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4194459575" sldId="2147483652"/>
              <ac:spMk id="3" creationId="{D93B70B4-EECC-4F5C-92ED-453E5B6D2FD8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4194459575" sldId="2147483652"/>
              <ac:spMk id="4" creationId="{6F8B6A83-605F-41F0-8F58-D0B3BEB9ABA3}"/>
            </ac:spMkLst>
          </pc:spChg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997369563" sldId="2147483653"/>
          </pc:sldLayoutMkLst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997369563" sldId="2147483653"/>
              <ac:spMk id="2" creationId="{36A4192B-8946-4EED-A76D-D19B53E64F00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997369563" sldId="2147483653"/>
              <ac:spMk id="3" creationId="{C6498ABC-E36A-4D18-8937-292471E814C2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997369563" sldId="2147483653"/>
              <ac:spMk id="4" creationId="{FD744DF5-2414-4A80-B3F5-D728C93A25BB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997369563" sldId="2147483653"/>
              <ac:spMk id="5" creationId="{9971AA28-6F9F-46AF-97B3-10D5DC20BCBD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997369563" sldId="2147483653"/>
              <ac:spMk id="6" creationId="{B12FD542-C7C7-428B-B3FA-D4CA1692D047}"/>
            </ac:spMkLst>
          </pc:spChg>
        </pc:sldLayoutChg>
        <pc:sldLayoutChg chg="delSp">
          <pc:chgData name="Shane Gillespie [C]" userId="23d9c95d-eff8-40ff-a6f7-25a555eaf29f" providerId="ADAL" clId="{7D7DDF8E-BCA7-4ECD-995F-18AB804B7D32}" dt="2025-11-20T14:29:24.002" v="98"/>
          <pc:sldLayoutMkLst>
            <pc:docMk/>
            <pc:sldMasterMk cId="711821253" sldId="2147483648"/>
            <pc:sldLayoutMk cId="2209777044" sldId="2147483655"/>
          </pc:sldLayoutMkLst>
          <pc:spChg chg="del">
            <ac:chgData name="Shane Gillespie [C]" userId="23d9c95d-eff8-40ff-a6f7-25a555eaf29f" providerId="ADAL" clId="{7D7DDF8E-BCA7-4ECD-995F-18AB804B7D32}" dt="2025-11-20T14:29:24.002" v="98"/>
            <ac:spMkLst>
              <pc:docMk/>
              <pc:sldMasterMk cId="711821253" sldId="2147483648"/>
              <pc:sldLayoutMk cId="2209777044" sldId="2147483655"/>
              <ac:spMk id="2" creationId="{B221E7D1-E66E-4371-8BFA-1F9B0EC20D3F}"/>
            </ac:spMkLst>
          </pc:spChg>
          <pc:spChg chg="del">
            <ac:chgData name="Shane Gillespie [C]" userId="23d9c95d-eff8-40ff-a6f7-25a555eaf29f" providerId="ADAL" clId="{7D7DDF8E-BCA7-4ECD-995F-18AB804B7D32}" dt="2025-11-20T14:29:24.002" v="98"/>
            <ac:spMkLst>
              <pc:docMk/>
              <pc:sldMasterMk cId="711821253" sldId="2147483648"/>
              <pc:sldLayoutMk cId="2209777044" sldId="2147483655"/>
              <ac:spMk id="3" creationId="{ADF3465F-6501-4D82-BBF4-D79D64732537}"/>
            </ac:spMkLst>
          </pc:spChg>
          <pc:spChg chg="del">
            <ac:chgData name="Shane Gillespie [C]" userId="23d9c95d-eff8-40ff-a6f7-25a555eaf29f" providerId="ADAL" clId="{7D7DDF8E-BCA7-4ECD-995F-18AB804B7D32}" dt="2025-11-20T14:29:24.002" v="98"/>
            <ac:spMkLst>
              <pc:docMk/>
              <pc:sldMasterMk cId="711821253" sldId="2147483648"/>
              <pc:sldLayoutMk cId="2209777044" sldId="2147483655"/>
              <ac:spMk id="4" creationId="{08BA7DBE-51F6-4CA0-9AFD-A56A382D7E11}"/>
            </ac:spMkLst>
          </pc:spChg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294153400" sldId="2147483656"/>
          </pc:sldLayoutMkLst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294153400" sldId="2147483656"/>
              <ac:spMk id="2" creationId="{1B1C829D-B8F4-4222-AC5F-4D8F928C39E5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294153400" sldId="2147483656"/>
              <ac:spMk id="3" creationId="{94439BC6-49DB-4500-9B54-40FA77E85676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294153400" sldId="2147483656"/>
              <ac:spMk id="4" creationId="{9EB183C0-8052-40D6-9F39-E2C5FCC7F9D5}"/>
            </ac:spMkLst>
          </pc:spChg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1549336360" sldId="2147483657"/>
          </pc:sldLayoutMkLst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1549336360" sldId="2147483657"/>
              <ac:spMk id="2" creationId="{4394F435-33FD-4084-8F2B-FBB6E2106DFC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1549336360" sldId="2147483657"/>
              <ac:spMk id="3" creationId="{F347DC9F-88F8-4F20-A55B-0A3E8DE99D51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1549336360" sldId="2147483657"/>
              <ac:spMk id="4" creationId="{C954A16F-12CB-4C8B-A549-A8D66E2BFC3C}"/>
            </ac:spMkLst>
          </pc:spChg>
        </pc:sldLayoutChg>
        <pc:sldLayoutChg chg="modSp">
          <pc:chgData name="Shane Gillespie [C]" userId="23d9c95d-eff8-40ff-a6f7-25a555eaf29f" providerId="ADAL" clId="{7D7DDF8E-BCA7-4ECD-995F-18AB804B7D32}" dt="2025-11-20T14:21:30.432" v="91"/>
          <pc:sldLayoutMkLst>
            <pc:docMk/>
            <pc:sldMasterMk cId="711821253" sldId="2147483648"/>
            <pc:sldLayoutMk cId="3617540274" sldId="2147483659"/>
          </pc:sldLayoutMkLst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617540274" sldId="2147483659"/>
              <ac:spMk id="2" creationId="{7473BF02-7D43-4C8E-9175-29C283AC4315}"/>
            </ac:spMkLst>
          </pc:spChg>
          <pc:spChg chg="mod">
            <ac:chgData name="Shane Gillespie [C]" userId="23d9c95d-eff8-40ff-a6f7-25a555eaf29f" providerId="ADAL" clId="{7D7DDF8E-BCA7-4ECD-995F-18AB804B7D32}" dt="2025-11-20T14:21:30.432" v="91"/>
            <ac:spMkLst>
              <pc:docMk/>
              <pc:sldMasterMk cId="711821253" sldId="2147483648"/>
              <pc:sldLayoutMk cId="3617540274" sldId="2147483659"/>
              <ac:spMk id="3" creationId="{FD66A6FD-491E-451C-ACB3-51FB1D089BB7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98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40050" y="876300"/>
            <a:ext cx="34163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30275" y="3373438"/>
            <a:ext cx="7435850" cy="2760662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84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17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8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09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5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75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92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2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06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591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08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39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EBEE0-8C8A-42AD-9FAA-5A42D0BA7AD9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-628114645,&quot;Placement&quot;:&quot;Footer&quot;,&quot;Top&quot;:519.343,&quot;Left&quot;:420.7514,&quot;SlideWidth&quot;:960,&quot;SlideHeight&quot;:540}">
            <a:extLst>
              <a:ext uri="{FF2B5EF4-FFF2-40B4-BE49-F238E27FC236}">
                <a16:creationId xmlns:a16="http://schemas.microsoft.com/office/drawing/2014/main" id="{51ECF050-B82B-B601-AF28-E2A1A1A2A3D0}"/>
              </a:ext>
            </a:extLst>
          </p:cNvPr>
          <p:cNvSpPr txBox="1"/>
          <p:nvPr userDrawn="1"/>
        </p:nvSpPr>
        <p:spPr>
          <a:xfrm>
            <a:off x="4341629" y="6649884"/>
            <a:ext cx="1222743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E" sz="1000">
                <a:solidFill>
                  <a:srgbClr val="000000"/>
                </a:solidFill>
                <a:latin typeface="Calibri" panose="020F0502020204030204" pitchFamily="34" charset="0"/>
              </a:rPr>
              <a:t>Classified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5001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830"/>
            </a:gs>
            <a:gs pos="36000">
              <a:srgbClr val="FFE291"/>
            </a:gs>
            <a:gs pos="65000">
              <a:srgbClr val="FFE291"/>
            </a:gs>
            <a:gs pos="100000">
              <a:srgbClr val="FFC830"/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1697D-6A04-8A6B-E4F3-47688A43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C1F9C-AD0B-C88D-E7AB-B35EB9DEBAA5}"/>
              </a:ext>
            </a:extLst>
          </p:cNvPr>
          <p:cNvSpPr txBox="1"/>
          <p:nvPr/>
        </p:nvSpPr>
        <p:spPr>
          <a:xfrm>
            <a:off x="506400" y="63462"/>
            <a:ext cx="4380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IE" altLang="en-US" sz="5400" dirty="0">
                <a:solidFill>
                  <a:srgbClr val="FF0000"/>
                </a:solidFill>
                <a:latin typeface="Monotype Corsiva" panose="03010101010201010101" pitchFamily="66" charset="0"/>
              </a:rPr>
              <a:t>Christmas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61098-59F7-DF99-DD7F-B9DA690A1751}"/>
              </a:ext>
            </a:extLst>
          </p:cNvPr>
          <p:cNvSpPr txBox="1"/>
          <p:nvPr/>
        </p:nvSpPr>
        <p:spPr>
          <a:xfrm>
            <a:off x="0" y="1187089"/>
            <a:ext cx="524677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IE" altLang="en-US" sz="3200" dirty="0">
                <a:latin typeface="Monotype Corsiva" panose="03010101010201010101" pitchFamily="66" charset="0"/>
              </a:rPr>
              <a:t>Ho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Ho</a:t>
            </a:r>
            <a:r>
              <a:rPr lang="en-IE" altLang="en-US" sz="3200" dirty="0">
                <a:latin typeface="Monotype Corsiva" panose="03010101010201010101" pitchFamily="66" charset="0"/>
              </a:rPr>
              <a:t>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Ho</a:t>
            </a:r>
            <a:r>
              <a:rPr lang="en-IE" altLang="en-US" sz="3200" dirty="0">
                <a:latin typeface="Monotype Corsiva" panose="03010101010201010101" pitchFamily="66" charset="0"/>
              </a:rPr>
              <a:t>!</a:t>
            </a:r>
          </a:p>
          <a:p>
            <a:r>
              <a:rPr lang="en-IE" altLang="en-US" sz="3200" dirty="0">
                <a:latin typeface="Monotype Corsiva" panose="03010101010201010101" pitchFamily="66" charset="0"/>
              </a:rPr>
              <a:t>I am delighted to invite {{NAMES}} to meet me at the Coca-Cola Ballina Children’s Christmas Party, in The Diamond Coast Hotel On Sunday December 20, 2025 at 14:00</a:t>
            </a:r>
          </a:p>
          <a:p>
            <a:r>
              <a:rPr lang="en-IE" altLang="en-US" sz="3200" dirty="0">
                <a:latin typeface="Monotype Corsiva" panose="03010101010201010101" pitchFamily="66" charset="0"/>
              </a:rPr>
              <a:t>Looking forward to seeing you there!</a:t>
            </a:r>
          </a:p>
          <a:p>
            <a:r>
              <a:rPr lang="en-IE" altLang="en-US" sz="3200" dirty="0">
                <a:latin typeface="Monotype Corsiva" panose="03010101010201010101" pitchFamily="66" charset="0"/>
              </a:rPr>
              <a:t>From Santa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xxxxx</a:t>
            </a:r>
            <a:endParaRPr lang="en-IE" altLang="en-US" sz="3200" dirty="0">
              <a:latin typeface="Monotype Corsiva" panose="03010101010201010101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44F52-878A-E090-9979-C6482F17F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184" y="6372159"/>
            <a:ext cx="2086266" cy="48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A2EFC-7D9C-9B10-3058-83952FC0EC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10" t="23772"/>
          <a:stretch>
            <a:fillRect/>
          </a:stretch>
        </p:blipFill>
        <p:spPr>
          <a:xfrm>
            <a:off x="5246770" y="0"/>
            <a:ext cx="4659230" cy="68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0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02bf62-88e6-456d-b298-e2abb13de1ea}" enabled="1" method="Standard" siteId="{548d26ab-8caa-49e1-97c2-a1b1a06cc39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215</TotalTime>
  <Words>48</Words>
  <Application>Microsoft Office PowerPoint</Application>
  <PresentationFormat>A4 Paper (210x297 mm)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Monotype Corsiva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Siobhán McGovern</dc:creator>
  <cp:lastModifiedBy>Shane Gillespie [C]</cp:lastModifiedBy>
  <cp:revision>13</cp:revision>
  <cp:lastPrinted>2022-11-29T09:44:18Z</cp:lastPrinted>
  <dcterms:created xsi:type="dcterms:W3CDTF">2018-11-01T10:22:17Z</dcterms:created>
  <dcterms:modified xsi:type="dcterms:W3CDTF">2025-11-20T14:35:43Z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02bf62-88e6-456d-b298-e2abb13de1ea_Enabled">
    <vt:lpwstr>true</vt:lpwstr>
  </property>
  <property fmtid="{D5CDD505-2E9C-101B-9397-08002B2CF9AE}" pid="3" name="MSIP_Label_0702bf62-88e6-456d-b298-e2abb13de1ea_SetDate">
    <vt:lpwstr>2022-11-29T09:44:06Z</vt:lpwstr>
  </property>
  <property fmtid="{D5CDD505-2E9C-101B-9397-08002B2CF9AE}" pid="4" name="MSIP_Label_0702bf62-88e6-456d-b298-e2abb13de1ea_Method">
    <vt:lpwstr>Standard</vt:lpwstr>
  </property>
  <property fmtid="{D5CDD505-2E9C-101B-9397-08002B2CF9AE}" pid="5" name="MSIP_Label_0702bf62-88e6-456d-b298-e2abb13de1ea_Name">
    <vt:lpwstr>0702bf62-88e6-456d-b298-e2abb13de1ea</vt:lpwstr>
  </property>
  <property fmtid="{D5CDD505-2E9C-101B-9397-08002B2CF9AE}" pid="6" name="MSIP_Label_0702bf62-88e6-456d-b298-e2abb13de1ea_SiteId">
    <vt:lpwstr>548d26ab-8caa-49e1-97c2-a1b1a06cc39c</vt:lpwstr>
  </property>
  <property fmtid="{D5CDD505-2E9C-101B-9397-08002B2CF9AE}" pid="7" name="MSIP_Label_0702bf62-88e6-456d-b298-e2abb13de1ea_ActionId">
    <vt:lpwstr>1b4c35dc-18dc-4c85-b302-21c91b9e45e6</vt:lpwstr>
  </property>
  <property fmtid="{D5CDD505-2E9C-101B-9397-08002B2CF9AE}" pid="8" name="MSIP_Label_0702bf62-88e6-456d-b298-e2abb13de1ea_ContentBits">
    <vt:lpwstr>2</vt:lpwstr>
  </property>
</Properties>
</file>